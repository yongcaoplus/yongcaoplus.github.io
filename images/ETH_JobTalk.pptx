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8FA"/>
    <a:srgbClr val="EBEBEB"/>
    <a:srgbClr val="F7F7F7"/>
    <a:srgbClr val="41446A"/>
    <a:srgbClr val="F2D05F"/>
    <a:srgbClr val="EFC35E"/>
    <a:srgbClr val="E9A75B"/>
    <a:srgbClr val="EEB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0"/>
    <p:restoredTop sz="94620"/>
  </p:normalViewPr>
  <p:slideViewPr>
    <p:cSldViewPr snapToGrid="0">
      <p:cViewPr>
        <p:scale>
          <a:sx n="161" d="100"/>
          <a:sy n="161" d="100"/>
        </p:scale>
        <p:origin x="2008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70" d="100"/>
          <a:sy n="170" d="100"/>
        </p:scale>
        <p:origin x="65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D9A57-870F-2C45-9F37-CB2883224601}" type="datetimeFigureOut">
              <a:t>2026/7/1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74E87-4EE6-C046-BEF7-BD48BCA87777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784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2E21613-9850-59B4-F71D-1CF4A39606FB}"/>
              </a:ext>
            </a:extLst>
          </p:cNvPr>
          <p:cNvSpPr/>
          <p:nvPr userDrawn="1"/>
        </p:nvSpPr>
        <p:spPr>
          <a:xfrm>
            <a:off x="0" y="-2"/>
            <a:ext cx="12192000" cy="6858002"/>
          </a:xfrm>
          <a:prstGeom prst="rect">
            <a:avLst/>
          </a:prstGeom>
          <a:solidFill>
            <a:srgbClr val="4144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7242B15-E738-108B-EA17-54569D165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647" y="944135"/>
            <a:ext cx="504035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3E99BF-3F04-873B-2D0B-B75EB2C63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647" y="3911738"/>
            <a:ext cx="511097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7" name="三角形 6">
            <a:extLst>
              <a:ext uri="{FF2B5EF4-FFF2-40B4-BE49-F238E27FC236}">
                <a16:creationId xmlns:a16="http://schemas.microsoft.com/office/drawing/2014/main" id="{F798C180-5D8B-2E51-7731-424DDA9AB5CC}"/>
              </a:ext>
            </a:extLst>
          </p:cNvPr>
          <p:cNvSpPr/>
          <p:nvPr userDrawn="1"/>
        </p:nvSpPr>
        <p:spPr>
          <a:xfrm rot="10800000" flipH="1">
            <a:off x="0" y="-3"/>
            <a:ext cx="6927011" cy="1655761"/>
          </a:xfrm>
          <a:prstGeom prst="triangle">
            <a:avLst>
              <a:gd name="adj" fmla="val 0"/>
            </a:avLst>
          </a:prstGeom>
          <a:gradFill flip="none" rotWithShape="1">
            <a:gsLst>
              <a:gs pos="0">
                <a:srgbClr val="F2D05F"/>
              </a:gs>
              <a:gs pos="35000">
                <a:srgbClr val="EFC35E"/>
              </a:gs>
              <a:gs pos="100000">
                <a:srgbClr val="E9A75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EC516E01-2F98-E60E-C8B2-577CDBF191C4}"/>
              </a:ext>
            </a:extLst>
          </p:cNvPr>
          <p:cNvSpPr/>
          <p:nvPr userDrawn="1"/>
        </p:nvSpPr>
        <p:spPr>
          <a:xfrm flipH="1">
            <a:off x="4097546" y="-3211552"/>
            <a:ext cx="8094453" cy="10069552"/>
          </a:xfrm>
          <a:prstGeom prst="triangle">
            <a:avLst>
              <a:gd name="adj" fmla="val 0"/>
            </a:avLst>
          </a:prstGeom>
          <a:solidFill>
            <a:srgbClr val="F4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557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gradFill>
          <a:gsLst>
            <a:gs pos="0">
              <a:srgbClr val="F4F8FA"/>
            </a:gs>
            <a:gs pos="52000">
              <a:srgbClr val="F4F8FA"/>
            </a:gs>
            <a:gs pos="100000">
              <a:srgbClr val="F4F8FA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AEBB7-6C95-D5E2-7457-E826A224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" y="548640"/>
            <a:ext cx="11109151" cy="1142048"/>
          </a:xfrm>
        </p:spPr>
        <p:txBody>
          <a:bodyPr/>
          <a:lstStyle>
            <a:lvl1pPr>
              <a:defRPr>
                <a:latin typeface="Heiti TC Medium" pitchFamily="2" charset="-128"/>
                <a:ea typeface="Heiti TC Medium" pitchFamily="2" charset="-128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C6C62A-9A6D-FB74-4932-899B596A7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" y="1825625"/>
            <a:ext cx="11109151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224253-CA81-4D33-EEA2-4F720714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19" y="6356350"/>
            <a:ext cx="2743200" cy="365125"/>
          </a:xfrm>
        </p:spPr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C36CC-CEA3-6F66-76B8-EA99FC49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0094" y="6356349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1DC0C-232E-A9E7-7C52-B8683594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8870" y="6356350"/>
            <a:ext cx="2743200" cy="365125"/>
          </a:xfrm>
        </p:spPr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1D869AA6-870B-98C4-6F35-65A1DBB704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7" y="250853"/>
            <a:ext cx="11108833" cy="297786"/>
          </a:xfrm>
        </p:spPr>
        <p:txBody>
          <a:bodyPr/>
          <a:lstStyle>
            <a:lvl1pPr marL="0" indent="0">
              <a:buNone/>
              <a:defRPr lang="zh-CN" altLang="en-US" sz="1200" b="1" kern="0" spc="200">
                <a:solidFill>
                  <a:srgbClr val="0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7376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D19BF-4F5B-A899-F932-A2E4CFB75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129400-3E45-9C22-75D5-6CF61FF9B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5B989D-2F11-C7E8-ADDE-77D89D70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6A236B-BE77-7A91-30BA-ADE7B751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9D405A-4625-9399-95E9-113EAF5E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926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3AE3E-CED4-F9D3-C716-32B26F9B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AF5EA6-2F68-B07F-3F84-E0AB17CB3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B24FB8-8861-EBD2-21E1-6BC37C81F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DDEAF0-8761-80E3-9BA7-AC65F223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2449AB-0E97-5112-D09F-7F9A10BC2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608498-8C8E-EF54-CDA9-ECD76BA9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0285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B065D-9F18-573A-B444-BB8975CB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A05ADE-A1CC-A16A-DE7D-BD316FC6F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4BC26D-70CC-FE4A-5389-46CB0369D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0872D6-F92D-5340-46EE-E93627AAE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BC51F3-2C7A-0881-5FDF-5E09F2CDE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08526B-7063-0107-359C-20531C9E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9A826D-64DE-0A07-0D43-02C393D2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BCCBE6-B4D6-A34B-DF7D-EB352BD8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7827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E2D97-81BD-D198-D981-DEC2DBC8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D62EF8-07DA-15D5-47D5-6324A351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DF7BDD-0A79-26BD-CA1C-30AFCAA7F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DFBEF4-7A25-4D4E-F1D2-762A8F69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068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C9CC22-2C81-8B1D-4B0E-A45C88A6B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4EF022-1DDB-9F9A-25F8-C9411858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90719-7B4E-4F2C-6A74-2CF4A8393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162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EFFAD-1347-A5D0-A671-E76DF3E0B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B732CD-A60F-C5CB-ADD6-C13C84B50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538A0C-C545-13D8-3724-57737AD7D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CE097A-DF20-1E2D-BD1B-B0FCDA81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5564C2-9CC8-DF9F-0E7D-4393AFC0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D4FE2E-0C94-5212-7C1D-0D27868C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851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B882F-9E3A-8656-1C59-B5890118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7CAE61-6B90-9353-5057-7E645559B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F5E2CF-3161-A9CF-210B-19F910AB1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9C0DF1-9E24-AF58-7E82-70503C68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0FD452-D2D6-BCA4-0E10-4B8DE6592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D28186-C8C9-57CE-63EB-849746BC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343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A3580-5D8B-DCB3-FFE8-5467A9D6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8158EC-310D-3DEF-3A8E-0B88E5C7A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D60629-3F58-81E4-C425-5B2271B85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96B9CC-F72A-2BF0-462F-D00F5998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7D481-EF33-05C6-2692-9D19AEFE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7571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C27F8E-6155-9E72-56AB-6B36DEAD0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31DB5D-FD76-7627-328D-08FF6D474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FCCEA-5BCF-9B82-6D07-C2A9D19F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8DE178-A0F0-03A1-C52F-20134831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F897BA-801E-D521-2E56-2BDF409C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814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EEDECB-5F46-0334-2D79-BEA16E6C5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1BEC98-D538-CF11-5243-D7177D777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D33F79-ED1C-8A32-7166-B3AC6CBFDA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DD3DC-66D2-D444-B90D-D08CC9A4F690}" type="datetimeFigureOut">
              <a:t>2026/7/1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28AC34-6E44-1102-8B0B-47221C7A0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FA37F1-5BC5-3B16-9654-3B1993130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6E3570-905D-C648-9765-6A996078212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419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0A69-69E4-B1CC-F649-6EE20241B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76" y="352310"/>
            <a:ext cx="7712014" cy="28480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de-AT" altLang="zh-CN" sz="3600" b="1">
                <a:solidFill>
                  <a:schemeClr val="bg1"/>
                </a:solidFill>
                <a:latin typeface="HEITI TC MEDIUM" pitchFamily="2" charset="-128"/>
                <a:ea typeface="HEITI TC MEDIUM" pitchFamily="2" charset="-128"/>
                <a:cs typeface="Times New Roman" panose="02020603050405020304" pitchFamily="18" charset="0"/>
              </a:rPr>
              <a:t>Building Trustworthy NLP Systems That Serve Real Domains</a:t>
            </a:r>
            <a:endParaRPr kumimoji="1" lang="zh-CN" altLang="en-US" sz="3600" b="1">
              <a:solidFill>
                <a:schemeClr val="bg1"/>
              </a:solidFill>
              <a:latin typeface="HEITI TC MEDIUM" pitchFamily="2" charset="-128"/>
              <a:ea typeface="HEITI TC MEDIUM" pitchFamily="2" charset="-128"/>
              <a:cs typeface="Times New Roman" panose="02020603050405020304" pitchFamily="18" charset="0"/>
            </a:endParaRP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A215549D-76CF-1EA4-84F0-D4C333307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1211" y="4914120"/>
            <a:ext cx="3636494" cy="1032551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Heiti TC Medium" pitchFamily="2" charset="-128"/>
                <a:ea typeface="Heiti TC Medium" pitchFamily="2" charset="-128"/>
              </a:rPr>
              <a:t>Postdoc</a:t>
            </a:r>
          </a:p>
          <a:p>
            <a:r>
              <a:rPr lang="en-US" altLang="zh-CN" sz="1600">
                <a:solidFill>
                  <a:schemeClr val="bg1"/>
                </a:solidFill>
                <a:latin typeface="Heiti TC Medium" pitchFamily="2" charset="-128"/>
                <a:ea typeface="Heiti TC Medium" pitchFamily="2" charset="-128"/>
              </a:rPr>
              <a:t>University of Tübingen</a:t>
            </a:r>
          </a:p>
          <a:p>
            <a:r>
              <a:rPr lang="en-US" altLang="zh-CN" sz="1600">
                <a:solidFill>
                  <a:schemeClr val="bg1"/>
                </a:solidFill>
                <a:latin typeface="Heiti TC Medium" pitchFamily="2" charset="-128"/>
                <a:ea typeface="Heiti TC Medium" pitchFamily="2" charset="-128"/>
              </a:rPr>
              <a:t>Tübingen AI Center</a:t>
            </a:r>
          </a:p>
          <a:p>
            <a:r>
              <a:rPr lang="en-US" altLang="zh-CN" sz="1600">
                <a:solidFill>
                  <a:schemeClr val="bg1"/>
                </a:solidFill>
                <a:latin typeface="Heiti TC Medium" pitchFamily="2" charset="-128"/>
                <a:ea typeface="Heiti TC Medium" pitchFamily="2" charset="-128"/>
              </a:rPr>
              <a:t>2026-07-12</a:t>
            </a:r>
            <a:endParaRPr lang="zh-CN" altLang="en-US" sz="1600">
              <a:solidFill>
                <a:schemeClr val="bg1"/>
              </a:solidFill>
              <a:latin typeface="Heiti TC Medium" pitchFamily="2" charset="-128"/>
              <a:ea typeface="Heiti TC Medium" pitchFamily="2" charset="-128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D6B948-B3A0-24E8-84D7-D5B082B7D5B0}"/>
              </a:ext>
            </a:extLst>
          </p:cNvPr>
          <p:cNvSpPr txBox="1"/>
          <p:nvPr/>
        </p:nvSpPr>
        <p:spPr>
          <a:xfrm>
            <a:off x="2436589" y="4298295"/>
            <a:ext cx="2065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>
                <a:solidFill>
                  <a:schemeClr val="bg1"/>
                </a:solidFill>
                <a:latin typeface="HEITI TC MEDIUM" pitchFamily="2" charset="-128"/>
                <a:ea typeface="HEITI TC MEDIUM" pitchFamily="2" charset="-128"/>
              </a:rPr>
              <a:t>Yong Cao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89CF2213-B2A1-84D9-BB3A-E851EAFF1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9952" y="176041"/>
            <a:ext cx="1653861" cy="489267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714AF077-EA37-323C-F5B2-738EDE514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59" y="221371"/>
            <a:ext cx="1891205" cy="489267"/>
          </a:xfrm>
          <a:prstGeom prst="rect">
            <a:avLst/>
          </a:prstGeom>
        </p:spPr>
      </p:pic>
      <p:pic>
        <p:nvPicPr>
          <p:cNvPr id="20" name="图片 19" descr="卡通人物&#10;&#10;AI 生成的内容可能不正确。">
            <a:extLst>
              <a:ext uri="{FF2B5EF4-FFF2-40B4-BE49-F238E27FC236}">
                <a16:creationId xmlns:a16="http://schemas.microsoft.com/office/drawing/2014/main" id="{814B1EC1-635A-BFF1-5B9D-9D8B913385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165" y="1366369"/>
            <a:ext cx="5829559" cy="5701188"/>
          </a:xfrm>
          <a:prstGeom prst="rect">
            <a:avLst/>
          </a:prstGeom>
        </p:spPr>
      </p:pic>
      <p:sp>
        <p:nvSpPr>
          <p:cNvPr id="21" name="圆角矩形 20">
            <a:extLst>
              <a:ext uri="{FF2B5EF4-FFF2-40B4-BE49-F238E27FC236}">
                <a16:creationId xmlns:a16="http://schemas.microsoft.com/office/drawing/2014/main" id="{08FA317E-590A-8A3F-F1ED-B6CAF5A87053}"/>
              </a:ext>
            </a:extLst>
          </p:cNvPr>
          <p:cNvSpPr/>
          <p:nvPr/>
        </p:nvSpPr>
        <p:spPr>
          <a:xfrm>
            <a:off x="590565" y="4144135"/>
            <a:ext cx="1542576" cy="1802536"/>
          </a:xfrm>
          <a:prstGeom prst="roundRect">
            <a:avLst>
              <a:gd name="adj" fmla="val 9732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59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120F6-5FF7-3F2A-154A-B5A6E38D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My Research Roadmap</a:t>
            </a:r>
            <a:endParaRPr kumimoji="1"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45598E-2D00-1153-D679-3DA6E32F7B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/>
              <a:t>About Me</a:t>
            </a:r>
            <a:endParaRPr kumimoji="1"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5B28E20-88D0-32F0-C230-BAB5D1B8F2AB}"/>
              </a:ext>
            </a:extLst>
          </p:cNvPr>
          <p:cNvSpPr/>
          <p:nvPr/>
        </p:nvSpPr>
        <p:spPr>
          <a:xfrm>
            <a:off x="10262547" y="516093"/>
            <a:ext cx="1174595" cy="1174595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FADB8D3D-B5B9-2C91-DE88-2ED30AFD856B}"/>
              </a:ext>
            </a:extLst>
          </p:cNvPr>
          <p:cNvCxnSpPr/>
          <p:nvPr/>
        </p:nvCxnSpPr>
        <p:spPr>
          <a:xfrm>
            <a:off x="381663" y="2210463"/>
            <a:ext cx="11055479" cy="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50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23</Words>
  <Application>Microsoft Macintosh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HEITI TC MEDIUM</vt:lpstr>
      <vt:lpstr>HEITI TC MEDIUM</vt:lpstr>
      <vt:lpstr>Arial</vt:lpstr>
      <vt:lpstr>Calibri</vt:lpstr>
      <vt:lpstr>Times New Roman</vt:lpstr>
      <vt:lpstr>Office 主题​​</vt:lpstr>
      <vt:lpstr>Building Trustworthy NLP Systems That Serve Real Domains</vt:lpstr>
      <vt:lpstr>My Research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Yong Cao</dc:creator>
  <cp:lastModifiedBy>Yong Cao</cp:lastModifiedBy>
  <cp:revision>1</cp:revision>
  <dcterms:created xsi:type="dcterms:W3CDTF">2026-07-01T13:16:15Z</dcterms:created>
  <dcterms:modified xsi:type="dcterms:W3CDTF">2026-07-01T14:11:20Z</dcterms:modified>
</cp:coreProperties>
</file>